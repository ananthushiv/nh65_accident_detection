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Based Accident Detection on NH65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Vijayawada – Hyderabad Highway</a:t>
            </a:r>
          </a:p>
          <a:p/>
          <a:p>
            <a:r>
              <a:t>Submitted by: Ananthu Siva Prasad</a:t>
            </a:r>
          </a:p>
          <a:p>
            <a:r>
              <a:t>Roll No: 22923030200</a:t>
            </a:r>
          </a:p>
          <a:p>
            <a:r>
              <a:t>Course: Bachelor of Computer Applications (BCA)</a:t>
            </a:r>
          </a:p>
          <a:p>
            <a:r>
              <a:t>College: KLU</a:t>
            </a:r>
          </a:p>
          <a:p>
            <a:r>
              <a:t>Academic Year: 2022–2025</a:t>
            </a:r>
          </a:p>
          <a:p>
            <a:r>
              <a:t>Guide: Ms. Sri 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 accidents cause severe delays and loss of life.</a:t>
            </a:r>
          </a:p>
          <a:p>
            <a:r>
              <a:t>This project proposes an AI/ML based system to detect possible accident locations</a:t>
            </a:r>
          </a:p>
          <a:p>
            <a:r>
              <a:t>on NH65 between Vijayawada and Hyderabad using toll gate crossing data and</a:t>
            </a:r>
          </a:p>
          <a:p>
            <a:r>
              <a:t>live Google traffic information.</a:t>
            </a:r>
          </a:p>
          <a:p/>
          <a:p>
            <a:r>
              <a:t>The system identifies abnormal delays and estimates accident points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Accidents on highways are not detected immediately.</a:t>
            </a:r>
          </a:p>
          <a:p>
            <a:r>
              <a:t>• Manual reporting leads to delayed response.</a:t>
            </a:r>
          </a:p>
          <a:p>
            <a:r>
              <a:t>• No integrated system using toll data and live traffic.</a:t>
            </a:r>
          </a:p>
          <a:p/>
          <a:p>
            <a:r>
              <a:t>Need: An automated intelligent accident detection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vehicle crossing data from toll gates.</a:t>
            </a:r>
          </a:p>
          <a:p>
            <a:r>
              <a:t>• Analyze travel time using ML models.</a:t>
            </a:r>
          </a:p>
          <a:p>
            <a:r>
              <a:t>• Integrate live traffic using Google Maps API.</a:t>
            </a:r>
          </a:p>
          <a:p>
            <a:r>
              <a:t>• Detect abnormal delays indicating accidents.</a:t>
            </a:r>
          </a:p>
          <a:p>
            <a:r>
              <a:t>• Estimate accident location between tolls.</a:t>
            </a:r>
          </a:p>
          <a:p>
            <a:r>
              <a:t>• Visualize results on a web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Area: NH65 Highway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Route: Vijayawada (AP) to Hyderabad (TS)</a:t>
            </a:r>
          </a:p>
          <a:p>
            <a:r>
              <a:t>• Length: ~275 km</a:t>
            </a:r>
          </a:p>
          <a:p>
            <a:r>
              <a:t>• Major commercial &amp; passenger corridor</a:t>
            </a:r>
          </a:p>
          <a:p>
            <a:r>
              <a:t>• High traffic density and accident prone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Vehicle Data → Toll Gate Logs → Database → ML Model</a:t>
            </a:r>
          </a:p>
          <a:p>
            <a:r>
              <a:t>                                   ↓</a:t>
            </a:r>
          </a:p>
          <a:p>
            <a:r>
              <a:t>                         Google Traffic API</a:t>
            </a:r>
          </a:p>
          <a:p>
            <a:r>
              <a:t>                                   ↓</a:t>
            </a:r>
          </a:p>
          <a:p>
            <a:r>
              <a:t>                           Flask Server</a:t>
            </a:r>
          </a:p>
          <a:p>
            <a:r>
              <a:t>                                   ↓</a:t>
            </a:r>
          </a:p>
          <a:p>
            <a:r>
              <a:t>                            Web Dashboard</a:t>
            </a:r>
          </a:p>
          <a:p/>
          <a:p>
            <a:r>
              <a:t>Output: Accident Alerts &amp; 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Toll Gate Crossing Data:</a:t>
            </a:r>
          </a:p>
          <a:p>
            <a:r>
              <a:t>  Vehicle ID, Toll ID, Timestamp</a:t>
            </a:r>
          </a:p>
          <a:p/>
          <a:p>
            <a:r>
              <a:t>• Google Maps Directions API:</a:t>
            </a:r>
          </a:p>
          <a:p>
            <a:r>
              <a:t>  Distance, Normal Time, Traffic Time</a:t>
            </a:r>
          </a:p>
          <a:p/>
          <a:p>
            <a:r>
              <a:t>• Simulated data for experimentation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Collect toll crossing records.</a:t>
            </a:r>
          </a:p>
          <a:p>
            <a:r>
              <a:t>2. Compute travel time between tolls.</a:t>
            </a:r>
          </a:p>
          <a:p>
            <a:r>
              <a:t>3. Apply ML anomaly detection.</a:t>
            </a:r>
          </a:p>
          <a:p>
            <a:r>
              <a:t>4. Fetch live traffic delay from Google API.</a:t>
            </a:r>
          </a:p>
          <a:p>
            <a:r>
              <a:t>5. Combine both to infer accident probability.</a:t>
            </a:r>
          </a:p>
          <a:p>
            <a:r>
              <a:t>6. Estimate midpoint location.</a:t>
            </a:r>
          </a:p>
          <a:p>
            <a:r>
              <a:t>7. Display results on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Isolation Forest</a:t>
            </a:r>
          </a:p>
          <a:p>
            <a:r>
              <a:t>• Type: Unsupervised Anomaly Detection</a:t>
            </a:r>
          </a:p>
          <a:p>
            <a:r>
              <a:t>• Feature: Travel Time (seconds)</a:t>
            </a:r>
          </a:p>
          <a:p>
            <a:r>
              <a:t>• Goal: Identify abnormal delays</a:t>
            </a:r>
          </a:p>
          <a:p/>
          <a:p>
            <a:r>
              <a:t>Anomalies → Possible accidents or heavy congestion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Accident Location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Toll A: Vijayawada (16.5062, 80.6480)</a:t>
            </a:r>
          </a:p>
          <a:p>
            <a:r>
              <a:t>• Toll B: Hyderabad (17.3850, 78.4867)</a:t>
            </a:r>
          </a:p>
          <a:p/>
          <a:p>
            <a:r>
              <a:t>• Midpoint calculation between toll coordinates.</a:t>
            </a:r>
          </a:p>
          <a:p/>
          <a:p>
            <a:r>
              <a:t>Provides approximate accident location on NH65.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using Flask + HTML + JavaScript</a:t>
            </a:r>
          </a:p>
          <a:p>
            <a:r>
              <a:t>• Displays:</a:t>
            </a:r>
          </a:p>
          <a:p>
            <a:r>
              <a:t>  - Live traffic delay</a:t>
            </a:r>
          </a:p>
          <a:p>
            <a:r>
              <a:t>  - Detected ML alerts</a:t>
            </a:r>
          </a:p>
          <a:p>
            <a:r>
              <a:t>  - Estimated accident coordinates</a:t>
            </a:r>
          </a:p>
          <a:p>
            <a:r>
              <a:t>  - Delay over time chart</a:t>
            </a:r>
          </a:p>
          <a:p/>
          <a:p>
            <a:r>
              <a:t>• Auto refresh every 5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successfully detects abnormal delays.</a:t>
            </a:r>
          </a:p>
          <a:p>
            <a:r>
              <a:t>• Live traffic confirms congestion conditions.</a:t>
            </a:r>
          </a:p>
          <a:p>
            <a:r>
              <a:t>• Accident point estimated between tolls.</a:t>
            </a:r>
          </a:p>
          <a:p>
            <a:r>
              <a:t>• Dashboard visualizes alerts and trends.</a:t>
            </a:r>
          </a:p>
          <a:p/>
          <a:p>
            <a:r>
              <a:t>Demonstrates feasibility of real-time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accident detection.</a:t>
            </a:r>
          </a:p>
          <a:p>
            <a:r>
              <a:t>• Uses existing toll infrastructure.</a:t>
            </a:r>
          </a:p>
          <a:p>
            <a:r>
              <a:t>• Integrates live traffic data.</a:t>
            </a:r>
          </a:p>
          <a:p>
            <a:r>
              <a:t>• Low cost and scalable.</a:t>
            </a:r>
          </a:p>
          <a:p>
            <a:r>
              <a:t>• Helps emergency response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Depends on toll data availability.</a:t>
            </a:r>
          </a:p>
          <a:p>
            <a:r>
              <a:t>• Approximate location (midpoint).</a:t>
            </a:r>
          </a:p>
          <a:p>
            <a:r>
              <a:t>• Requires internet for Google API.</a:t>
            </a:r>
          </a:p>
          <a:p>
            <a:r>
              <a:t>• Accuracy improves with more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GPS data from vehicles.</a:t>
            </a:r>
          </a:p>
          <a:p>
            <a:r>
              <a:t>• Predict exact accident location using ML.</a:t>
            </a:r>
          </a:p>
          <a:p>
            <a:r>
              <a:t>• Integrate CCTV/IoT sensors.</a:t>
            </a:r>
          </a:p>
          <a:p>
            <a:r>
              <a:t>• Mobile app for authorities.</a:t>
            </a:r>
          </a:p>
          <a:p>
            <a:r>
              <a:t>• Deployment on cloud for large scale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proposed AI/ML system effectively detects possible accidents</a:t>
            </a:r>
          </a:p>
          <a:p>
            <a:r>
              <a:t>on NH65 using toll data and live traffic information.</a:t>
            </a:r>
          </a:p>
          <a:p/>
          <a:p>
            <a:r>
              <a:t>It demonstrates how intelligent analytics can improve</a:t>
            </a:r>
          </a:p>
          <a:p>
            <a:r>
              <a:t>road safety and emergency response on highways.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Maps API Documentation</a:t>
            </a:r>
          </a:p>
          <a:p>
            <a:r>
              <a:t>• Scikit-learn ML Library</a:t>
            </a:r>
          </a:p>
          <a:p>
            <a:r>
              <a:t>• Research papers on anomaly detection</a:t>
            </a:r>
          </a:p>
          <a:p>
            <a:r>
              <a:t>• Highway accident analysis studies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